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sldIdLst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B0BFB03-68B9-4020-94C6-BEAF75A6BFED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B659D72-F8B6-40B4-82EB-053BD8DB7E3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2A8B7F-93A0-4957-AF03-1054B522EC3D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Double-tap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&lt;footer&gt;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98F762-9A67-463A-A180-FB7C3BB144E2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63291" y="2490650"/>
            <a:ext cx="8791200" cy="169563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5400" b="0" u="none" strike="noStrike" dirty="0">
                <a:solidFill>
                  <a:srgbClr val="FF0000"/>
                </a:solidFill>
                <a:uFillTx/>
                <a:latin typeface="Times New Roman"/>
              </a:rPr>
              <a:t>PLAYFAIR CIPHER TECHNIQUE</a:t>
            </a:r>
            <a:endParaRPr lang="en-US" sz="5400" b="0" u="none" strike="noStrike" dirty="0">
              <a:solidFill>
                <a:srgbClr val="FF0000"/>
              </a:solidFill>
              <a:uFillTx/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7549560" y="4870440"/>
            <a:ext cx="4268520" cy="118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400" b="1" u="none" strike="noStrike" dirty="0" smtClean="0">
                <a:solidFill>
                  <a:schemeClr val="dk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2400" b="0" u="none" strike="noStrike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400" b="1" u="none" strike="noStrike" dirty="0" smtClean="0">
                <a:solidFill>
                  <a:schemeClr val="dk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S Kannan  (192524442)</a:t>
            </a:r>
            <a:endParaRPr lang="en-US" sz="2400" b="0" u="none" strike="noStrike" dirty="0">
              <a:solidFill>
                <a:srgbClr val="000000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1851" y="4955177"/>
            <a:ext cx="3605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Anbalagan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80" y="139285"/>
            <a:ext cx="9027295" cy="9144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1611" y="1837509"/>
            <a:ext cx="7802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CSA5116 – Cryptography and Network Security</a:t>
            </a:r>
          </a:p>
          <a:p>
            <a:endParaRPr lang="en-IN" sz="3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4400" b="1" u="none" strike="noStrike">
                <a:solidFill>
                  <a:schemeClr val="dk1"/>
                </a:solidFill>
                <a:uFillTx/>
                <a:latin typeface="Times New Roman"/>
              </a:rPr>
              <a:t>INTRODUCTION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404686" cy="449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Technique: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Substitution Technique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Substitution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ii) Polyalphabetic Substitution Technique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Viegnere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cipher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Playfair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cipher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Hill cipher</a:t>
            </a:r>
          </a:p>
          <a:p>
            <a:pPr algn="just">
              <a:lnSpc>
                <a:spcPct val="150000"/>
              </a:lnSpc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2" y="139338"/>
            <a:ext cx="1127761" cy="8969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507" y="139338"/>
            <a:ext cx="964363" cy="10417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/>
          </p:nvPr>
        </p:nvSpPr>
        <p:spPr>
          <a:xfrm>
            <a:off x="728640" y="483120"/>
            <a:ext cx="5590800" cy="589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</a:pPr>
            <a:r>
              <a:rPr lang="en-IN" sz="2800" b="1" u="none" strike="noStrike">
                <a:solidFill>
                  <a:schemeClr val="dk1"/>
                </a:solidFill>
                <a:uFillTx/>
                <a:latin typeface="Times New Roman"/>
              </a:rPr>
              <a:t>Aim: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To securely encrypt and decrypt text using pairs of letters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1" u="none" strike="noStrike">
                <a:solidFill>
                  <a:schemeClr val="dk1"/>
                </a:solidFill>
                <a:uFillTx/>
                <a:latin typeface="Times New Roman"/>
              </a:rPr>
              <a:t>Algorithm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Font typeface="Aptos Display"/>
              <a:buAutoNum type="arabicPeriod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Choose a keyword. 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Font typeface="Aptos Display"/>
              <a:buAutoNum type="arabicPeriod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Create a </a:t>
            </a:r>
            <a:r>
              <a:rPr lang="en-IN" sz="2800" b="1" u="none" strike="noStrike">
                <a:solidFill>
                  <a:schemeClr val="dk1"/>
                </a:solidFill>
                <a:uFillTx/>
                <a:latin typeface="Times New Roman"/>
              </a:rPr>
              <a:t>5 × 5 matrix</a:t>
            </a: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 using the keyword. 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Font typeface="Aptos Display"/>
              <a:buAutoNum type="arabicPeriod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Combine </a:t>
            </a:r>
            <a:r>
              <a:rPr lang="en-IN" sz="2800" b="1" u="none" strike="noStrike">
                <a:solidFill>
                  <a:schemeClr val="dk1"/>
                </a:solidFill>
                <a:uFillTx/>
                <a:latin typeface="Times New Roman"/>
              </a:rPr>
              <a:t>I and J</a:t>
            </a: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 into one cell. 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Font typeface="Aptos Display"/>
              <a:buAutoNum type="arabicPeriod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Fill the remaining letters of the alphabet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Font typeface="Aptos Display"/>
              <a:buAutoNum type="arabicPeriod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Divide the plaintext into pairs. 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Font typeface="Aptos Display"/>
              <a:buAutoNum type="arabicPeriod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Insert </a:t>
            </a:r>
            <a:r>
              <a:rPr lang="en-IN" sz="2800" b="1" u="none" strike="noStrike">
                <a:solidFill>
                  <a:schemeClr val="dk1"/>
                </a:solidFill>
                <a:uFillTx/>
                <a:latin typeface="Times New Roman"/>
              </a:rPr>
              <a:t>X</a:t>
            </a: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 if two letters in a pair are the same.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9" name="Content Placeholder 2"/>
          <p:cNvSpPr/>
          <p:nvPr/>
        </p:nvSpPr>
        <p:spPr>
          <a:xfrm>
            <a:off x="6751800" y="-763920"/>
            <a:ext cx="5439600" cy="488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Encrypt using these rules: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Same row → Take the next letter to the right.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Same column → Take the letter below.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Rectangle → Replace each letter with the letter in the same row but the other letter's column.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" name="Straight Connector 5"/>
          <p:cNvCxnSpPr/>
          <p:nvPr/>
        </p:nvCxnSpPr>
        <p:spPr>
          <a:xfrm>
            <a:off x="6277320" y="705960"/>
            <a:ext cx="111960" cy="556776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76252" y="0"/>
            <a:ext cx="92659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4400" b="1" u="none" strike="noStrike" dirty="0" smtClean="0">
                <a:solidFill>
                  <a:schemeClr val="dk1"/>
                </a:solidFill>
                <a:uFillTx/>
                <a:latin typeface="Times New Roman"/>
              </a:rPr>
              <a:t>EXAMPLE OF PLAYFAIR CIPHER </a:t>
            </a:r>
            <a:endParaRPr lang="en-US" sz="4400" b="0" u="none" strike="noStrike" dirty="0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Plaintext : HELLO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Keyword: MONARCHY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Split into pairs : HE  LX  LO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1" u="none" strike="noStrike">
                <a:solidFill>
                  <a:schemeClr val="dk1"/>
                </a:solidFill>
                <a:uFillTx/>
                <a:latin typeface="Times New Roman"/>
              </a:rPr>
              <a:t>Encryption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HE → CF 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LX → SU 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LO → PM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CFSUPM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pic>
        <p:nvPicPr>
          <p:cNvPr id="23" name="Content Placeholder 7"/>
          <p:cNvPicPr/>
          <p:nvPr/>
        </p:nvPicPr>
        <p:blipFill>
          <a:blip r:embed="rId2"/>
          <a:stretch/>
        </p:blipFill>
        <p:spPr>
          <a:xfrm>
            <a:off x="5808960" y="2016360"/>
            <a:ext cx="5684400" cy="3969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/>
          <p:cNvSpPr/>
          <p:nvPr/>
        </p:nvSpPr>
        <p:spPr>
          <a:xfrm>
            <a:off x="925920" y="856440"/>
            <a:ext cx="4347000" cy="469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IN" sz="4400" b="1" u="none" strike="noStrike">
                <a:solidFill>
                  <a:schemeClr val="dk1"/>
                </a:solidFill>
                <a:uFillTx/>
                <a:latin typeface="Times New Roman"/>
              </a:rPr>
              <a:t>ADVANTAGES</a:t>
            </a: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More secure than simple substitution ciphers.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Encrypts two letters at a time.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Easy to implement manually.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Reduces frequency analysis attacks.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No complex calculations.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Content Placeholder 2"/>
          <p:cNvSpPr/>
          <p:nvPr/>
        </p:nvSpPr>
        <p:spPr>
          <a:xfrm>
            <a:off x="5534640" y="856440"/>
            <a:ext cx="6456240" cy="469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IN" sz="4400" b="1" u="none" strike="noStrike">
                <a:solidFill>
                  <a:schemeClr val="dk1"/>
                </a:solidFill>
                <a:uFillTx/>
                <a:latin typeface="Times New Roman"/>
              </a:rPr>
              <a:t>DISADVANTAGES</a:t>
            </a: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Limited to a 5×5 matrix. I and J are combined.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Vulnerable to modern cryptanalysis.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 Slower for long messages. 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Font typeface="Arial"/>
              <a:buChar char="•"/>
              <a:tabLst>
                <a:tab pos="0" algn="l"/>
              </a:tabLst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Not suitable for today's secure communication.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153989" y="2778035"/>
            <a:ext cx="3918857" cy="12192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 smtClean="0"/>
              <a:t>THANH 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986953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221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Office Theme</vt:lpstr>
      <vt:lpstr>PLAYFAIR CIPHER TECHNIQUE</vt:lpstr>
      <vt:lpstr>INTRODUCTION</vt:lpstr>
      <vt:lpstr>PowerPoint Presentation</vt:lpstr>
      <vt:lpstr>EXAMPLE OF PLAYFAIR CIPHER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PLAYFAIR CIPHER TECHNIQUE</dc:title>
  <dc:subject/>
  <dc:creator>Keshavaram L</dc:creator>
  <dc:description/>
  <cp:lastModifiedBy>KANNAN</cp:lastModifiedBy>
  <cp:revision>7</cp:revision>
  <dcterms:created xsi:type="dcterms:W3CDTF">2026-07-14T19:03:35Z</dcterms:created>
  <dcterms:modified xsi:type="dcterms:W3CDTF">2026-07-15T05:41:48Z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6</vt:i4>
  </property>
</Properties>
</file>